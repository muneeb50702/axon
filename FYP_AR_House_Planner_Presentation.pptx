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D2A488-338C-41F8-A19B-B64FEE721E47}">
  <a:tblStyle styleId="{1FD2A488-338C-41F8-A19B-B64FEE721E4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Total time of Presentation should not exceed  6 mints 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2266024" y="2239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{1FD2A488-338C-41F8-A19B-B64FEE721E47}</a:tableStyleId>
              </a:tblPr>
              <a:tblGrid>
                <a:gridCol w="2275675"/>
                <a:gridCol w="382900"/>
                <a:gridCol w="2865875"/>
                <a:gridCol w="2135525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</a:rPr>
                        <a:t>Group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</a:rPr>
                        <a:t>BSCS-1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STUDENT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ROLL 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000000"/>
                          </a:solidFill>
                        </a:rPr>
                        <a:t>Muhammad Zayan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>
                          <a:solidFill>
                            <a:srgbClr val="000000"/>
                          </a:solidFill>
                        </a:rPr>
                        <a:t>SU92-BSCSM-F23-509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</a:rPr>
                        <a:t>Anus Shamshad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SU92-BSCSM-F23-534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Muhammad Attique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SU92-BSCSM-F23-604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0000"/>
                          </a:solidFill>
                        </a:rPr>
                        <a:t>Supervis</a:t>
                      </a:r>
                      <a:r>
                        <a:rPr b="1" lang="en-US" sz="2400">
                          <a:solidFill>
                            <a:srgbClr val="000000"/>
                          </a:solidFill>
                        </a:rPr>
                        <a:t>o</a:t>
                      </a:r>
                      <a:r>
                        <a:rPr b="1" lang="en-US" sz="2400" u="none" cap="none" strike="noStrike">
                          <a:solidFill>
                            <a:srgbClr val="000000"/>
                          </a:solidFill>
                        </a:rPr>
                        <a:t>r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2400">
                          <a:solidFill>
                            <a:srgbClr val="000000"/>
                          </a:solidFill>
                        </a:rPr>
                        <a:t>yed karar haider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90" name="Google Shape;90;p13"/>
          <p:cNvSpPr/>
          <p:nvPr/>
        </p:nvSpPr>
        <p:spPr>
          <a:xfrm>
            <a:off x="1524360" y="417095"/>
            <a:ext cx="9143280" cy="1935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AI-Powered Web-Based Architectural Planning Assistant with AR Visualization</a:t>
            </a:r>
            <a:endParaRPr b="0" i="0" sz="18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8960" y="16789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667640" y="16789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F1F7E"/>
                </a:solidFill>
                <a:latin typeface="Georgia"/>
                <a:ea typeface="Georgia"/>
                <a:cs typeface="Georgia"/>
                <a:sym typeface="Georgia"/>
              </a:rPr>
              <a:t>SUPERIOR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923827" y="333751"/>
            <a:ext cx="826180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838200" y="1825625"/>
            <a:ext cx="10515600" cy="4198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Before construction, buyers struggle to picture how a house design will actually look on their own plot of land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Our website measures a plot using the phone camera (AR), recommends a suitable house style, and places a true-to-scale 3D model of that house on the real land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app install required — it runs entirely in the mobile browser</a:t>
            </a:r>
            <a:endParaRPr/>
          </a:p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4838" y="241492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923827" y="333751"/>
            <a:ext cx="826180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331117" y="2158247"/>
            <a:ext cx="4723614" cy="4198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Land is a major investment; buyers usually cannot picture a finished house on empty land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Architectural visualization traditionally relies on 2D plans, renders, or physical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Mobile AR and WebXR now make live, in-browser 3D visualization on real land technically feasible</a:t>
            </a:r>
            <a:endParaRPr/>
          </a:p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5561814" y="2158247"/>
            <a:ext cx="6375243" cy="4198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How this is done today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Buyers imagine the house from a 2D floor plan or a builder’s verbal description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Native AR apps (ARCore/ARKit) exist for furniture placement, but require an app install and are rarely used for full house visualization on land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 install-free, browser-based tool combines land measurement, style recommendation, and AR house placement in one flow</a:t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163722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38200" y="1817688"/>
            <a:ext cx="9804662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 Statement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Land buyers and self-builders have no low-cost, install-free way to visualize a real house design on their actual plot before committing to construction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Impact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Reduces costly design revisions after construction starts, and gives clients an intuitive way to confirm a design fits their land before hiring architects or builders</a:t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136525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Aims &amp; Objectives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Objective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Build a browser-based (no app install) AR system that measures a land plot and places a true-to-scale 3D house model on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Objective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Implement a rule-based recommendation engine that suggests a suitable house style, floor count, and parking based on measured plot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Objective 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Generate an AI-narrated project report and answer user questions grounded in the saved plot and design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Literature Study</a:t>
            </a:r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Native ARCore/ARKit apps place furniture or single objects in AR, but require an app install and are not built for land measurement or house-scale placement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WebXR-based browser AR (Three.js, react-three-fiber) exists for furniture placement, but no reviewed system combines it with plot measurement and house-style recommendation in one flow</a:t>
            </a:r>
            <a:endParaRPr/>
          </a:p>
        </p:txBody>
      </p:sp>
      <p:sp>
        <p:nvSpPr>
          <p:cNvPr id="136" name="Google Shape;13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Iterative build: prove the highest-risk module (AR) first, then layer measurement, backend, and AI on top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Methods: WebXR hit-testing for measurement, rule-based logic for recommendation, LLM API calls for report narration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Tools: Next.js, Three.js, @react-three/fiber, @react-three/xr, Django REST Framework, SQLite, Hugging Face Inference 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 collected: plot coordinates, selected designs, and reports from test sessions on Android Chrome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module maps to one objective: hit-test → measurement, recommendation engine → design suggestion, LLM narration → reporting</a:t>
            </a:r>
            <a:endParaRPr/>
          </a:p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Proposed Design Block Diagram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1074656" y="1719263"/>
            <a:ext cx="1043547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2657901" y="4209313"/>
            <a:ext cx="510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074656" y="2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Browser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Camera permission, Next.js UI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3444656" y="2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684656" y="2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WebXR Hit-Test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 plane detection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054656" y="2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294656" y="2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Land Measurement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Tap corners → Marla/Kanal/Acre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664656" y="2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904656" y="2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 Engine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Rule-based, plot size → style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1074656" y="4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A02B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GLB House Library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Pre-built 3D models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3444656" y="4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684656" y="4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A02B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 Placement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House rendered on real land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054656" y="4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294656" y="4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A02B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 + SQLite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Users, projects, reports API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8664656" y="4345000"/>
            <a:ext cx="2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8904656" y="4000000"/>
            <a:ext cx="2350000" cy="950000"/>
          </a:xfrm>
          <a:prstGeom prst="roundRect">
            <a:avLst>
              <a:gd fmla="val 16667" name="adj"/>
            </a:avLst>
          </a:prstGeom>
          <a:solidFill>
            <a:srgbClr val="A02B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Hugging Face LLM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 narration + Q&amp;A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9949656" y="2990000"/>
            <a:ext cx="260000" cy="97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C8C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838200" y="2458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{1FD2A488-338C-41F8-A19B-B64FEE721E47}</a:tableStyleId>
              </a:tblPr>
              <a:tblGrid>
                <a:gridCol w="314950"/>
                <a:gridCol w="45947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  <a:gridCol w="47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1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Months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Tasks /Activity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Requirements &amp; UI/UX Design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Literature Review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Learn WebXR / React Three Fiber Stack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AR Scene, Hit-Test &amp; House Placement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Land Measurement + Django Backend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AI Recommendation Engine + LLM Report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Testing &amp; Refinement on Android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Thesis Chapters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 LitRe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3.Methodology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4.Result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79" name="Google Shape;17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027522" y="1600741"/>
            <a:ext cx="106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Timeline reflects the actual build order: highest-risk module (AR) proven first, then measurement, backend, and AI layered on top.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References. 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[1] W3C, “WebXR Device API,” W3C Working Draft. [Online]. Available: https://www.w3.org/TR/webxr/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[2] Three.js, “Three.js Documentation.” [Online]. Available: https://threejs.org/docs/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[3] pmndrs, “@react-three/fiber,” GitHub repository. [Online]. Available: https://github.com/pmndrs/react-three-fiber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[4] pmndrs, “@react-three/xr,” GitHub repository. [Online]. Available: https://github.com/pmndrs/xr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[5] Django Software Foundation, “Django REST Framework Documentation.” [Online]. Available: https://www.django-rest-framework.org/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[6] Hugging Face, “Qwen2.5-72B-Instruct Model Card.” [Online]. Available: https://huggingface.co/Qwen/Qwen2.5-72B-Instruct</a:t>
            </a:r>
            <a:endParaRPr/>
          </a:p>
        </p:txBody>
      </p:sp>
      <p:sp>
        <p:nvSpPr>
          <p:cNvPr id="189" name="Google Shape;18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Science, FCS&amp;IT</a:t>
            </a:r>
            <a:endParaRPr/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23018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